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05EE7-65ED-0268-1B64-0F43A63F5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DF506C-166A-8F85-C090-993BA3932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FE9284-B13E-0101-A79D-8021FF82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AE241-1842-5C3A-C161-B60EA808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4943E9-59D7-5B1F-543B-738FAC8F2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4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6CD53-1D8F-03FE-8F88-2C6F77F4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EB9403-E198-39A3-7EBD-F17EB90E9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180FCC-A5E4-7AB4-40F5-4756EE96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0C6000-B213-20F0-DFD5-06ECCB19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8F4055-EDA3-F556-3E30-CE9CFA4F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00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B523A-53FC-3BB3-C21B-48DAA887D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7BC8DE-01EC-61B7-5D1B-26895E238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615EC2-D9D2-DB62-DC3D-F912A30B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9C11D0-92D4-E34E-F492-AF599FEDF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BFD10E-B7B6-1859-DC7C-5152074F2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05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49282-6F4B-0B54-99DD-F43FBD95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78568-D8DA-8544-4B72-0C003DE0B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9DDFBA-A97A-3564-1256-D2566FDF4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FEC439-D16F-9388-1819-6ED659E5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EBAEEE-FEC4-10A0-33E7-2190F8C4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DE41E1-42A3-1DBA-75D2-825A1B5DA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484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4A5663-B9D1-806B-918F-46809952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BE1B83-FD86-6043-AD6D-4FE2E6BCC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727DE4-C8AC-CEC5-7B49-AC7D573E4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969DED-EDE3-4ED3-DB7B-5C24728B9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AB06F7-920A-EADB-467D-0077330B8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8DA522-29E9-F341-EBA5-05106C765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8DFF2F-BF85-A11F-636A-7AA302DAE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56E29E-F0A3-E0C8-5987-B56B4E7A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012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5CEFE-3E37-A786-BD0B-047C4F27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AA5A15-E3EC-9290-34F7-78130872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A4FBD2-DA93-CF89-F57C-80A22855C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A0580C-184D-FC9E-9DF7-D4D4F2556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45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B89964-E4A6-A749-0863-ADE84F9FC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3A7782-48E1-CCF6-E464-220A65550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47E739-AFD3-1B4E-CCEF-59E3DCAD2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535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4D3F0E-ED6F-6899-838A-6C8C0A081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51EB94-15E6-62AD-D3B5-0CB13770D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484D5C-DCD3-FFDC-0E8F-02499B0DE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476487-3E58-5466-98F3-95F25839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0B3A33-1C6B-0EC1-3B78-995D5D2A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481C88-8968-E575-0F03-0709D2666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796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7ABA3-DF86-0547-1B9E-ED599742A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123EFC-8E5D-22E9-90B0-BFCD21319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085B7A-CCCF-DC4C-1714-D7420F864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070346-98D1-72BD-860B-DE80B286E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6919DC-B02A-5DC4-69CD-B2A54EACD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E31F0-E887-F7F8-52F1-553C01E25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417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8DDBC-B7D6-114F-10C8-62484FB2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953E2D-10B0-7A87-0A61-BBDE7982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53CB55-9FD0-54D5-9F1E-221B1D935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B49ACA-B0AF-59BE-1C34-42284DCD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CEDA12-1A84-A7FA-7426-7AC28023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1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03A45C-9B1D-2A38-4B1C-B832E334AC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C52975-5563-6335-6154-F5BE45FA4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FEC4C7-C11F-A4B8-FF6A-D4EFA607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7C8C66-B67C-DC4A-FAE8-8239DDDD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951E30-D97A-DE38-9B82-FD882C42E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8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58E26C-CFFE-F2C6-BE13-E69863B2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F71718-7C86-1578-8336-4DD065F5D0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DB4756-2070-2963-8C0B-42A7B3648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F4C09-E422-4ADF-B5BC-49D4282C5994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947DB3-4261-B32D-FF36-F6DAAB4D6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7D748-721E-1B71-11FE-9262B4D91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A7616C-C5F8-422A-A0B6-6A98A5BFF0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418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65C64BF-B064-96E6-F625-FA3B8A03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86" y="711220"/>
            <a:ext cx="1951071" cy="796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D07D0-4A99-2453-5728-328B670E66A1}"/>
              </a:ext>
            </a:extLst>
          </p:cNvPr>
          <p:cNvSpPr txBox="1"/>
          <p:nvPr/>
        </p:nvSpPr>
        <p:spPr>
          <a:xfrm>
            <a:off x="3021759" y="987068"/>
            <a:ext cx="4099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로고 똑바로 </a:t>
            </a:r>
            <a:r>
              <a:rPr lang="ko-KR" altLang="en-US" dirty="0" err="1"/>
              <a:t>사용해줄래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C17D32-98DE-D572-F28D-9846AC00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699" y="849142"/>
            <a:ext cx="3000575" cy="423472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81C5CD-78EF-9D28-EFF7-C6BFD3221C88}"/>
              </a:ext>
            </a:extLst>
          </p:cNvPr>
          <p:cNvSpPr txBox="1"/>
          <p:nvPr/>
        </p:nvSpPr>
        <p:spPr>
          <a:xfrm>
            <a:off x="9816175" y="2700811"/>
            <a:ext cx="1423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PDF</a:t>
            </a:r>
            <a:r>
              <a:rPr lang="ko-KR" altLang="en-US" dirty="0"/>
              <a:t> 파일 </a:t>
            </a:r>
            <a:r>
              <a:rPr lang="ko-KR" altLang="en-US" dirty="0" err="1"/>
              <a:t>줬잖아</a:t>
            </a:r>
            <a:r>
              <a:rPr lang="en-US" altLang="ko-KR" dirty="0"/>
              <a:t>. </a:t>
            </a:r>
            <a:r>
              <a:rPr lang="ko-KR" altLang="en-US" dirty="0"/>
              <a:t>이게 로고야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949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4560FBD-F93C-2B2B-201E-D6C645520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290" y="538950"/>
            <a:ext cx="8565688" cy="521389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B63F880-9502-81CB-7E6E-A46BAFBBC281}"/>
              </a:ext>
            </a:extLst>
          </p:cNvPr>
          <p:cNvSpPr/>
          <p:nvPr/>
        </p:nvSpPr>
        <p:spPr>
          <a:xfrm>
            <a:off x="6491634" y="1435184"/>
            <a:ext cx="2149748" cy="3566766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B2C3EA-54EA-CFF8-5919-C91DE32E21D4}"/>
              </a:ext>
            </a:extLst>
          </p:cNvPr>
          <p:cNvSpPr/>
          <p:nvPr/>
        </p:nvSpPr>
        <p:spPr>
          <a:xfrm>
            <a:off x="5662012" y="600516"/>
            <a:ext cx="4023965" cy="707500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A1EE7F-D49F-BE35-2D18-186B13C2E37F}"/>
              </a:ext>
            </a:extLst>
          </p:cNvPr>
          <p:cNvSpPr/>
          <p:nvPr/>
        </p:nvSpPr>
        <p:spPr>
          <a:xfrm>
            <a:off x="1404905" y="1308016"/>
            <a:ext cx="4208663" cy="1526019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F702D17-C2AA-131D-EF3D-4FC98B44939F}"/>
              </a:ext>
            </a:extLst>
          </p:cNvPr>
          <p:cNvSpPr/>
          <p:nvPr/>
        </p:nvSpPr>
        <p:spPr>
          <a:xfrm>
            <a:off x="4450887" y="4033049"/>
            <a:ext cx="1653187" cy="647952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C9F2D8-FEAD-5857-9B62-801C0203F029}"/>
              </a:ext>
            </a:extLst>
          </p:cNvPr>
          <p:cNvSpPr/>
          <p:nvPr/>
        </p:nvSpPr>
        <p:spPr>
          <a:xfrm>
            <a:off x="1326182" y="4193194"/>
            <a:ext cx="1653187" cy="596810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DFDFD1FC-E293-670D-ACA0-CBFA9CC31697}"/>
              </a:ext>
            </a:extLst>
          </p:cNvPr>
          <p:cNvCxnSpPr>
            <a:stCxn id="9" idx="3"/>
          </p:cNvCxnSpPr>
          <p:nvPr/>
        </p:nvCxnSpPr>
        <p:spPr>
          <a:xfrm>
            <a:off x="9685977" y="954266"/>
            <a:ext cx="457202" cy="48091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10A370-64E0-5B48-36C6-F1DBB7AACE45}"/>
              </a:ext>
            </a:extLst>
          </p:cNvPr>
          <p:cNvSpPr txBox="1"/>
          <p:nvPr/>
        </p:nvSpPr>
        <p:spPr>
          <a:xfrm>
            <a:off x="9842416" y="1487467"/>
            <a:ext cx="2137771" cy="101566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배경이미지</a:t>
            </a:r>
            <a:r>
              <a:rPr lang="ko-KR" altLang="en-US" sz="1200" dirty="0"/>
              <a:t> 변경 </a:t>
            </a:r>
            <a:r>
              <a:rPr lang="en-US" altLang="ko-KR" sz="1200" dirty="0"/>
              <a:t>&gt;</a:t>
            </a:r>
          </a:p>
          <a:p>
            <a:r>
              <a:rPr lang="ko-KR" altLang="en-US" sz="1200" dirty="0" err="1"/>
              <a:t>건물이미지가</a:t>
            </a:r>
            <a:r>
              <a:rPr lang="ko-KR" altLang="en-US" sz="1200" dirty="0"/>
              <a:t> 아니고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추상적느낌의</a:t>
            </a:r>
            <a:r>
              <a:rPr lang="ko-KR" altLang="en-US" sz="1200" dirty="0"/>
              <a:t> 이미지로 만들어서 넣어줘</a:t>
            </a:r>
            <a:r>
              <a:rPr lang="en-US" altLang="ko-KR" sz="1200" dirty="0"/>
              <a:t>. </a:t>
            </a:r>
            <a:r>
              <a:rPr lang="ko-KR" altLang="en-US" sz="1200" dirty="0"/>
              <a:t>아래 이미지 참고해주고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2A2DC7D-58F8-892C-52E5-6E49FECBF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285" y="2834035"/>
            <a:ext cx="2137771" cy="1359158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8FF7C8-4201-6001-E219-B82C43FDFB31}"/>
              </a:ext>
            </a:extLst>
          </p:cNvPr>
          <p:cNvCxnSpPr/>
          <p:nvPr/>
        </p:nvCxnSpPr>
        <p:spPr>
          <a:xfrm flipH="1" flipV="1">
            <a:off x="3942214" y="627262"/>
            <a:ext cx="387560" cy="65400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050CD5C-4407-BB6B-D470-8AB1BDF4A569}"/>
              </a:ext>
            </a:extLst>
          </p:cNvPr>
          <p:cNvSpPr txBox="1"/>
          <p:nvPr/>
        </p:nvSpPr>
        <p:spPr>
          <a:xfrm>
            <a:off x="811452" y="185017"/>
            <a:ext cx="3130762" cy="8002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/>
            </a:lvl1pPr>
          </a:lstStyle>
          <a:p>
            <a:r>
              <a:rPr lang="ko-KR" altLang="en-US" dirty="0" err="1"/>
              <a:t>줄바꿈이</a:t>
            </a:r>
            <a:r>
              <a:rPr lang="ko-KR" altLang="en-US" dirty="0"/>
              <a:t> 어색해</a:t>
            </a:r>
            <a:r>
              <a:rPr lang="en-US" altLang="ko-KR" dirty="0"/>
              <a:t>. </a:t>
            </a:r>
            <a:r>
              <a:rPr lang="ko-KR" altLang="en-US" dirty="0"/>
              <a:t>문장도 바꿔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sz="1100" b="1" dirty="0" err="1">
                <a:solidFill>
                  <a:srgbClr val="C00000"/>
                </a:solidFill>
              </a:rPr>
              <a:t>어나더닷만의</a:t>
            </a:r>
            <a:r>
              <a:rPr lang="ko-KR" altLang="en-US" sz="1100" b="1" dirty="0">
                <a:solidFill>
                  <a:srgbClr val="C00000"/>
                </a:solidFill>
              </a:rPr>
              <a:t> 프레임으로</a:t>
            </a:r>
            <a:endParaRPr lang="en-US" altLang="ko-KR" sz="1100" b="1" dirty="0">
              <a:solidFill>
                <a:srgbClr val="C00000"/>
              </a:solidFill>
            </a:endParaRPr>
          </a:p>
          <a:p>
            <a:r>
              <a:rPr lang="ko-KR" altLang="en-US" sz="1100" b="1" dirty="0">
                <a:solidFill>
                  <a:srgbClr val="C00000"/>
                </a:solidFill>
              </a:rPr>
              <a:t>이기는 발표를 만듭니다</a:t>
            </a:r>
            <a:r>
              <a:rPr lang="en-US" altLang="ko-KR" sz="1100" b="1" dirty="0">
                <a:solidFill>
                  <a:srgbClr val="C00000"/>
                </a:solidFill>
              </a:rPr>
              <a:t>.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5756FE1-D21B-8017-4E0A-06D93D093B02}"/>
              </a:ext>
            </a:extLst>
          </p:cNvPr>
          <p:cNvCxnSpPr/>
          <p:nvPr/>
        </p:nvCxnSpPr>
        <p:spPr>
          <a:xfrm>
            <a:off x="3271552" y="4790004"/>
            <a:ext cx="224059" cy="6479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DF731A6-2B64-DB2D-FDBF-F483EE6B5DC5}"/>
              </a:ext>
            </a:extLst>
          </p:cNvPr>
          <p:cNvSpPr txBox="1"/>
          <p:nvPr/>
        </p:nvSpPr>
        <p:spPr>
          <a:xfrm>
            <a:off x="3030841" y="5437955"/>
            <a:ext cx="201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문구 변경 </a:t>
            </a:r>
            <a:r>
              <a:rPr lang="en-US" altLang="ko-KR" sz="1200" dirty="0"/>
              <a:t>: </a:t>
            </a:r>
          </a:p>
          <a:p>
            <a:r>
              <a:rPr lang="ko-KR" altLang="en-US" sz="1200" dirty="0"/>
              <a:t>누적 케이스 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8B93BE7-783E-6DBB-7D2B-0F059DCEDB65}"/>
              </a:ext>
            </a:extLst>
          </p:cNvPr>
          <p:cNvSpPr/>
          <p:nvPr/>
        </p:nvSpPr>
        <p:spPr>
          <a:xfrm>
            <a:off x="1404905" y="2851697"/>
            <a:ext cx="4208663" cy="463759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153E48-8BD9-B76F-B281-9D6B24A3EFE7}"/>
              </a:ext>
            </a:extLst>
          </p:cNvPr>
          <p:cNvSpPr/>
          <p:nvPr/>
        </p:nvSpPr>
        <p:spPr>
          <a:xfrm>
            <a:off x="3030841" y="4479335"/>
            <a:ext cx="1298933" cy="276999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2DC34D3-9599-B99D-17E9-FB5BC181D9B8}"/>
              </a:ext>
            </a:extLst>
          </p:cNvPr>
          <p:cNvCxnSpPr/>
          <p:nvPr/>
        </p:nvCxnSpPr>
        <p:spPr>
          <a:xfrm>
            <a:off x="1653186" y="4790004"/>
            <a:ext cx="224059" cy="6479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5510F9E4-0BD2-D960-FE66-D2BB9BD52C5E}"/>
              </a:ext>
            </a:extLst>
          </p:cNvPr>
          <p:cNvCxnSpPr/>
          <p:nvPr/>
        </p:nvCxnSpPr>
        <p:spPr>
          <a:xfrm>
            <a:off x="5250230" y="4756334"/>
            <a:ext cx="726676" cy="112368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24344FF-2FBF-C029-BCF4-B70A40CA4E32}"/>
              </a:ext>
            </a:extLst>
          </p:cNvPr>
          <p:cNvSpPr txBox="1"/>
          <p:nvPr/>
        </p:nvSpPr>
        <p:spPr>
          <a:xfrm>
            <a:off x="6170686" y="5861849"/>
            <a:ext cx="2731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영어를 한국어로 바꾸기 </a:t>
            </a:r>
            <a:endParaRPr lang="en-US" altLang="ko-KR" sz="1200" dirty="0"/>
          </a:p>
          <a:p>
            <a:r>
              <a:rPr lang="ko-KR" altLang="en-US" sz="1200" dirty="0"/>
              <a:t>넥슨</a:t>
            </a:r>
            <a:r>
              <a:rPr lang="en-US" altLang="ko-KR" sz="1200" dirty="0"/>
              <a:t>, </a:t>
            </a:r>
            <a:r>
              <a:rPr lang="ko-KR" altLang="en-US" sz="1200" dirty="0"/>
              <a:t>현대</a:t>
            </a:r>
            <a:r>
              <a:rPr lang="en-US" altLang="ko-KR" sz="1200" dirty="0"/>
              <a:t>, </a:t>
            </a:r>
            <a:r>
              <a:rPr lang="ko-KR" altLang="en-US" sz="1200" dirty="0"/>
              <a:t>코오롱</a:t>
            </a:r>
            <a:r>
              <a:rPr lang="en-US" altLang="ko-KR" sz="1200" dirty="0"/>
              <a:t>,</a:t>
            </a:r>
            <a:r>
              <a:rPr lang="ko-KR" altLang="en-US" sz="1200" dirty="0"/>
              <a:t>신세계 등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01B98D-B26B-6EE7-C778-3FE4EDDC3117}"/>
              </a:ext>
            </a:extLst>
          </p:cNvPr>
          <p:cNvSpPr txBox="1"/>
          <p:nvPr/>
        </p:nvSpPr>
        <p:spPr>
          <a:xfrm>
            <a:off x="1146784" y="5448627"/>
            <a:ext cx="201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문구 변경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86.7%</a:t>
            </a:r>
          </a:p>
          <a:p>
            <a:r>
              <a:rPr lang="ko-KR" altLang="en-US" sz="1200" dirty="0"/>
              <a:t>연 간 최대 성공률</a:t>
            </a:r>
            <a:endParaRPr lang="en-US" altLang="ko-KR" sz="120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1F350AB-B7CB-5C5D-CB77-A794A236B3B0}"/>
              </a:ext>
            </a:extLst>
          </p:cNvPr>
          <p:cNvCxnSpPr>
            <a:stCxn id="8" idx="2"/>
          </p:cNvCxnSpPr>
          <p:nvPr/>
        </p:nvCxnSpPr>
        <p:spPr>
          <a:xfrm>
            <a:off x="7566508" y="5001950"/>
            <a:ext cx="2189111" cy="11869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77BF674-CF34-7342-C75A-D15144A11C86}"/>
              </a:ext>
            </a:extLst>
          </p:cNvPr>
          <p:cNvSpPr txBox="1"/>
          <p:nvPr/>
        </p:nvSpPr>
        <p:spPr>
          <a:xfrm>
            <a:off x="9842416" y="6054131"/>
            <a:ext cx="2048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 이미지는 삭제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5105A58-BC28-5FB3-FB88-F7A31464FF35}"/>
              </a:ext>
            </a:extLst>
          </p:cNvPr>
          <p:cNvCxnSpPr>
            <a:stCxn id="24" idx="1"/>
          </p:cNvCxnSpPr>
          <p:nvPr/>
        </p:nvCxnSpPr>
        <p:spPr>
          <a:xfrm flipH="1">
            <a:off x="1059735" y="3083577"/>
            <a:ext cx="345170" cy="1985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3508B1E-7CD2-C073-55C7-830CE859069E}"/>
              </a:ext>
            </a:extLst>
          </p:cNvPr>
          <p:cNvSpPr txBox="1"/>
          <p:nvPr/>
        </p:nvSpPr>
        <p:spPr>
          <a:xfrm>
            <a:off x="78723" y="3145898"/>
            <a:ext cx="12474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줄바꿈이</a:t>
            </a:r>
            <a:r>
              <a:rPr lang="ko-KR" altLang="en-US" sz="1100" dirty="0"/>
              <a:t> 이상해</a:t>
            </a:r>
            <a:r>
              <a:rPr lang="en-US" altLang="ko-KR" sz="1100" dirty="0"/>
              <a:t>. </a:t>
            </a:r>
          </a:p>
          <a:p>
            <a:endParaRPr lang="en-US" altLang="ko-KR" sz="1100" dirty="0"/>
          </a:p>
          <a:p>
            <a:r>
              <a:rPr lang="ko-KR" altLang="en-US" sz="1100" dirty="0"/>
              <a:t>리허설까지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가 </a:t>
            </a:r>
            <a:r>
              <a:rPr lang="ko-KR" altLang="en-US" sz="1100" dirty="0" err="1"/>
              <a:t>한줄이어야지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1647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2F370DF-7238-91ED-CD78-FFD5C9536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01" y="1284550"/>
            <a:ext cx="5016480" cy="428889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7C0E020-3D8E-893A-9E0F-1BD8357F09CC}"/>
              </a:ext>
            </a:extLst>
          </p:cNvPr>
          <p:cNvSpPr/>
          <p:nvPr/>
        </p:nvSpPr>
        <p:spPr>
          <a:xfrm>
            <a:off x="1265626" y="2301139"/>
            <a:ext cx="3833214" cy="1127861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59808D-5998-FE73-0E4C-326C35107D79}"/>
              </a:ext>
            </a:extLst>
          </p:cNvPr>
          <p:cNvSpPr/>
          <p:nvPr/>
        </p:nvSpPr>
        <p:spPr>
          <a:xfrm>
            <a:off x="3920474" y="3581400"/>
            <a:ext cx="1178366" cy="294203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F28BBF2-83D2-FF48-AEB5-534F3BDE8247}"/>
              </a:ext>
            </a:extLst>
          </p:cNvPr>
          <p:cNvCxnSpPr/>
          <p:nvPr/>
        </p:nvCxnSpPr>
        <p:spPr>
          <a:xfrm flipV="1">
            <a:off x="5098840" y="1895412"/>
            <a:ext cx="1986246" cy="8417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AEF5B6-2B5F-C6A7-44DE-0A19637E05B0}"/>
              </a:ext>
            </a:extLst>
          </p:cNvPr>
          <p:cNvSpPr txBox="1"/>
          <p:nvPr/>
        </p:nvSpPr>
        <p:spPr>
          <a:xfrm>
            <a:off x="7274829" y="1459871"/>
            <a:ext cx="365154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줄바꿈은</a:t>
            </a:r>
            <a:r>
              <a:rPr lang="ko-KR" altLang="en-US" sz="1100" dirty="0"/>
              <a:t> 단어가 중간에 깨지지 않도록 해야지 </a:t>
            </a:r>
            <a:endParaRPr lang="en-US" altLang="ko-KR" sz="1100" dirty="0"/>
          </a:p>
          <a:p>
            <a:r>
              <a:rPr lang="ko-KR" altLang="en-US" sz="1100" dirty="0"/>
              <a:t>아래처럼 </a:t>
            </a:r>
            <a:r>
              <a:rPr lang="ko-KR" altLang="en-US" sz="1100" dirty="0" err="1"/>
              <a:t>줄바꿈해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b="1" dirty="0"/>
              <a:t>발표는 말보다 </a:t>
            </a:r>
            <a:endParaRPr lang="en-US" altLang="ko-KR" sz="1100" b="1" dirty="0"/>
          </a:p>
          <a:p>
            <a:r>
              <a:rPr lang="ko-KR" altLang="en-US" sz="1100" b="1" dirty="0"/>
              <a:t>구조가 먼저입니다</a:t>
            </a:r>
            <a:r>
              <a:rPr lang="en-US" altLang="ko-KR" sz="1100" b="1" dirty="0"/>
              <a:t>. </a:t>
            </a:r>
          </a:p>
          <a:p>
            <a:endParaRPr lang="en-US" altLang="ko-KR" sz="1100" dirty="0"/>
          </a:p>
          <a:p>
            <a:endParaRPr lang="ko-KR" altLang="en-US" sz="11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94FBC91-9C75-71B5-1B09-60649AF2FFFA}"/>
              </a:ext>
            </a:extLst>
          </p:cNvPr>
          <p:cNvCxnSpPr>
            <a:stCxn id="7" idx="3"/>
          </p:cNvCxnSpPr>
          <p:nvPr/>
        </p:nvCxnSpPr>
        <p:spPr>
          <a:xfrm>
            <a:off x="5098840" y="3728502"/>
            <a:ext cx="1441239" cy="4983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861B02-85D7-E70C-4C09-432F95B42FE7}"/>
              </a:ext>
            </a:extLst>
          </p:cNvPr>
          <p:cNvSpPr txBox="1"/>
          <p:nvPr/>
        </p:nvSpPr>
        <p:spPr>
          <a:xfrm>
            <a:off x="6636970" y="4148106"/>
            <a:ext cx="3148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문구 수정 </a:t>
            </a:r>
            <a:endParaRPr lang="en-US" altLang="ko-KR" dirty="0"/>
          </a:p>
          <a:p>
            <a:r>
              <a:rPr lang="en-US" altLang="ko-KR" dirty="0"/>
              <a:t>: </a:t>
            </a:r>
            <a:r>
              <a:rPr lang="ko-KR" altLang="en-US" dirty="0"/>
              <a:t>결정이 일어나도록</a:t>
            </a:r>
          </a:p>
        </p:txBody>
      </p:sp>
    </p:spTree>
    <p:extLst>
      <p:ext uri="{BB962C8B-B14F-4D97-AF65-F5344CB8AC3E}">
        <p14:creationId xmlns:p14="http://schemas.microsoft.com/office/powerpoint/2010/main" val="198322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0A1C8FE-B5D5-86EC-47CB-66A99B72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063" y="1061559"/>
            <a:ext cx="9106525" cy="353660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F77F9E89-1E7B-6E96-D2F5-B3924085AC2B}"/>
              </a:ext>
            </a:extLst>
          </p:cNvPr>
          <p:cNvSpPr/>
          <p:nvPr/>
        </p:nvSpPr>
        <p:spPr>
          <a:xfrm>
            <a:off x="4855671" y="1750077"/>
            <a:ext cx="4657722" cy="629785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E93B714-B3A1-A5F7-7501-1471C2B1C6A0}"/>
              </a:ext>
            </a:extLst>
          </p:cNvPr>
          <p:cNvCxnSpPr/>
          <p:nvPr/>
        </p:nvCxnSpPr>
        <p:spPr>
          <a:xfrm flipV="1">
            <a:off x="6685415" y="1061559"/>
            <a:ext cx="678230" cy="7066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8CD1FA-ED46-1867-2448-741DB11D8F6C}"/>
              </a:ext>
            </a:extLst>
          </p:cNvPr>
          <p:cNvSpPr txBox="1"/>
          <p:nvPr/>
        </p:nvSpPr>
        <p:spPr>
          <a:xfrm>
            <a:off x="6255465" y="411783"/>
            <a:ext cx="564990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err="1"/>
              <a:t>줄바꿈과</a:t>
            </a:r>
            <a:r>
              <a:rPr lang="ko-KR" altLang="en-US" sz="1050" dirty="0"/>
              <a:t> 문장이 어색함</a:t>
            </a:r>
            <a:r>
              <a:rPr lang="en-US" altLang="ko-KR" sz="1050" dirty="0"/>
              <a:t>. </a:t>
            </a:r>
          </a:p>
          <a:p>
            <a:endParaRPr lang="en-US" altLang="ko-KR" sz="1050" dirty="0"/>
          </a:p>
          <a:p>
            <a:r>
              <a:rPr lang="ko-KR" altLang="en-US" sz="1050" dirty="0"/>
              <a:t>한번의 발표가 비즈니스와 직결되는 입찰</a:t>
            </a:r>
            <a:r>
              <a:rPr lang="en-US" altLang="ko-KR" sz="1050" dirty="0"/>
              <a:t>, </a:t>
            </a:r>
            <a:r>
              <a:rPr lang="ko-KR" altLang="en-US" sz="1050" dirty="0"/>
              <a:t>세일즈</a:t>
            </a:r>
            <a:r>
              <a:rPr lang="en-US" altLang="ko-KR" sz="1050" dirty="0"/>
              <a:t>, </a:t>
            </a:r>
            <a:r>
              <a:rPr lang="ko-KR" altLang="en-US" sz="1050" dirty="0"/>
              <a:t>사업설명회</a:t>
            </a:r>
            <a:r>
              <a:rPr lang="en-US" altLang="ko-KR" sz="1050" dirty="0"/>
              <a:t>, IR </a:t>
            </a:r>
            <a:r>
              <a:rPr lang="ko-KR" altLang="en-US" sz="1050" dirty="0"/>
              <a:t>피칭까지</a:t>
            </a:r>
            <a:r>
              <a:rPr lang="en-US" altLang="ko-KR" sz="1050" dirty="0"/>
              <a:t>. </a:t>
            </a:r>
          </a:p>
          <a:p>
            <a:r>
              <a:rPr lang="ko-KR" altLang="en-US" sz="1050" dirty="0"/>
              <a:t>결과가 결정되는 그 순간에 맞춰 전략과 실행을 통합 설계합니다</a:t>
            </a:r>
            <a:r>
              <a:rPr lang="en-US" altLang="ko-KR" sz="1050" dirty="0"/>
              <a:t>. </a:t>
            </a:r>
          </a:p>
          <a:p>
            <a:r>
              <a:rPr lang="ko-KR" altLang="en-US" sz="1050" dirty="0"/>
              <a:t> 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68358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0CC1836-BDDB-9CC7-6FE6-3E1403262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70" y="1374068"/>
            <a:ext cx="8728890" cy="471781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DBC437B-0B82-AB62-6AA8-58FA82E2668E}"/>
              </a:ext>
            </a:extLst>
          </p:cNvPr>
          <p:cNvSpPr/>
          <p:nvPr/>
        </p:nvSpPr>
        <p:spPr>
          <a:xfrm>
            <a:off x="2378676" y="1958546"/>
            <a:ext cx="2539313" cy="3262184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334BE44-1532-EA83-A2F7-21EB5EDF493C}"/>
              </a:ext>
            </a:extLst>
          </p:cNvPr>
          <p:cNvSpPr/>
          <p:nvPr/>
        </p:nvSpPr>
        <p:spPr>
          <a:xfrm>
            <a:off x="5356654" y="2360141"/>
            <a:ext cx="1513703" cy="265670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2FAB2E-AB4D-632A-737F-4437C18D85BA}"/>
              </a:ext>
            </a:extLst>
          </p:cNvPr>
          <p:cNvSpPr/>
          <p:nvPr/>
        </p:nvSpPr>
        <p:spPr>
          <a:xfrm>
            <a:off x="5356654" y="2767914"/>
            <a:ext cx="739346" cy="166816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CC55BE-773E-D5BD-930E-3C72DA207E22}"/>
              </a:ext>
            </a:extLst>
          </p:cNvPr>
          <p:cNvSpPr/>
          <p:nvPr/>
        </p:nvSpPr>
        <p:spPr>
          <a:xfrm>
            <a:off x="5313405" y="1767016"/>
            <a:ext cx="2125363" cy="451022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90E5D17-90DB-6811-B56E-DFB4D1BE898B}"/>
              </a:ext>
            </a:extLst>
          </p:cNvPr>
          <p:cNvCxnSpPr/>
          <p:nvPr/>
        </p:nvCxnSpPr>
        <p:spPr>
          <a:xfrm flipV="1">
            <a:off x="7000103" y="1204784"/>
            <a:ext cx="438665" cy="56223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012BDBC-732D-0E70-9462-C650671A67CE}"/>
              </a:ext>
            </a:extLst>
          </p:cNvPr>
          <p:cNvSpPr txBox="1"/>
          <p:nvPr/>
        </p:nvSpPr>
        <p:spPr>
          <a:xfrm>
            <a:off x="7543800" y="897007"/>
            <a:ext cx="30768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문구 변경 </a:t>
            </a:r>
            <a:r>
              <a:rPr lang="en-US" altLang="ko-KR" sz="1400" dirty="0"/>
              <a:t>: </a:t>
            </a:r>
            <a:r>
              <a:rPr lang="ko-KR" altLang="en-US" sz="1400" dirty="0"/>
              <a:t>대표 </a:t>
            </a:r>
            <a:r>
              <a:rPr lang="ko-KR" altLang="en-US" sz="1400" dirty="0" err="1"/>
              <a:t>이가람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CB5A5-1B6A-5A58-8464-69D4348F20FB}"/>
              </a:ext>
            </a:extLst>
          </p:cNvPr>
          <p:cNvSpPr txBox="1"/>
          <p:nvPr/>
        </p:nvSpPr>
        <p:spPr>
          <a:xfrm>
            <a:off x="7781668" y="2218038"/>
            <a:ext cx="41611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문구 변경 </a:t>
            </a:r>
            <a:r>
              <a:rPr lang="en-US" altLang="ko-KR" sz="1400" dirty="0"/>
              <a:t>: </a:t>
            </a:r>
            <a:r>
              <a:rPr lang="ko-KR" altLang="en-US" sz="1400" dirty="0"/>
              <a:t>설득 및 발표 설계 디렉터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F1D808-B92F-A6E0-40D8-2259EE712394}"/>
              </a:ext>
            </a:extLst>
          </p:cNvPr>
          <p:cNvCxnSpPr>
            <a:stCxn id="8" idx="3"/>
            <a:endCxn id="14" idx="1"/>
          </p:cNvCxnSpPr>
          <p:nvPr/>
        </p:nvCxnSpPr>
        <p:spPr>
          <a:xfrm flipV="1">
            <a:off x="6870357" y="2371927"/>
            <a:ext cx="911311" cy="1210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865C70-6314-1C49-BEE3-FA0BA94E73FE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5047735" y="982362"/>
            <a:ext cx="308919" cy="18689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8BB413E-02F1-A7DC-4A95-099FAC46EEF5}"/>
              </a:ext>
            </a:extLst>
          </p:cNvPr>
          <p:cNvSpPr txBox="1"/>
          <p:nvPr/>
        </p:nvSpPr>
        <p:spPr>
          <a:xfrm>
            <a:off x="4979772" y="613030"/>
            <a:ext cx="125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문구 삭제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3F4425-8673-7684-E26B-E97534174009}"/>
              </a:ext>
            </a:extLst>
          </p:cNvPr>
          <p:cNvSpPr/>
          <p:nvPr/>
        </p:nvSpPr>
        <p:spPr>
          <a:xfrm>
            <a:off x="5511114" y="4263081"/>
            <a:ext cx="982362" cy="210065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C80FF2C-7172-8307-5386-832D5560D0B2}"/>
              </a:ext>
            </a:extLst>
          </p:cNvPr>
          <p:cNvCxnSpPr>
            <a:cxnSpLocks/>
          </p:cNvCxnSpPr>
          <p:nvPr/>
        </p:nvCxnSpPr>
        <p:spPr>
          <a:xfrm>
            <a:off x="5597611" y="4473146"/>
            <a:ext cx="698157" cy="17361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602D646-14E3-6CB6-8F96-EA4A2BB60E1C}"/>
              </a:ext>
            </a:extLst>
          </p:cNvPr>
          <p:cNvSpPr txBox="1"/>
          <p:nvPr/>
        </p:nvSpPr>
        <p:spPr>
          <a:xfrm>
            <a:off x="6357551" y="6209270"/>
            <a:ext cx="153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문구 삭제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7717526-C14D-E274-5BD6-663616C87055}"/>
              </a:ext>
            </a:extLst>
          </p:cNvPr>
          <p:cNvCxnSpPr>
            <a:stCxn id="6" idx="0"/>
          </p:cNvCxnSpPr>
          <p:nvPr/>
        </p:nvCxnSpPr>
        <p:spPr>
          <a:xfrm flipH="1" flipV="1">
            <a:off x="2774092" y="1149178"/>
            <a:ext cx="874241" cy="8093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28CA789-D19C-1EF3-1206-CB790596CE60}"/>
              </a:ext>
            </a:extLst>
          </p:cNvPr>
          <p:cNvSpPr txBox="1"/>
          <p:nvPr/>
        </p:nvSpPr>
        <p:spPr>
          <a:xfrm>
            <a:off x="1167714" y="562232"/>
            <a:ext cx="3422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사진 변경</a:t>
            </a:r>
            <a:r>
              <a:rPr lang="en-US" altLang="ko-KR" sz="1200" dirty="0"/>
              <a:t>. </a:t>
            </a:r>
          </a:p>
          <a:p>
            <a:r>
              <a:rPr lang="ko-KR" altLang="en-US" sz="1200" dirty="0"/>
              <a:t>내가 다시 프로필 사진 </a:t>
            </a:r>
            <a:r>
              <a:rPr lang="ko-KR" altLang="en-US" sz="1200" dirty="0" err="1"/>
              <a:t>넣어놨어</a:t>
            </a:r>
            <a:r>
              <a:rPr lang="ko-KR" altLang="en-US" sz="1200" dirty="0"/>
              <a:t> 참고해서 바꿔줘</a:t>
            </a:r>
            <a:r>
              <a:rPr lang="en-US" altLang="ko-KR" sz="1200" dirty="0"/>
              <a:t>. </a:t>
            </a:r>
            <a:r>
              <a:rPr lang="en-US" altLang="ko-KR" sz="1200" dirty="0" err="1"/>
              <a:t>leekaram_profile</a:t>
            </a:r>
            <a:r>
              <a:rPr lang="en-US" altLang="ko-KR" sz="1200" dirty="0"/>
              <a:t>(1) </a:t>
            </a:r>
            <a:r>
              <a:rPr lang="ko-KR" altLang="en-US" sz="1200" dirty="0"/>
              <a:t>이 파일 참고해</a:t>
            </a:r>
            <a:endParaRPr lang="en-US" altLang="ko-KR" sz="12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447779C-F155-C0D9-6F81-552F26DCE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75" y="2137461"/>
            <a:ext cx="1182101" cy="171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99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50B65A4-B0BA-0ABB-7C86-0DE17336F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97" y="2114211"/>
            <a:ext cx="8012243" cy="306860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5DB0100-4B9A-A2A4-C976-5EA800FD302C}"/>
              </a:ext>
            </a:extLst>
          </p:cNvPr>
          <p:cNvSpPr/>
          <p:nvPr/>
        </p:nvSpPr>
        <p:spPr>
          <a:xfrm>
            <a:off x="1090013" y="2735630"/>
            <a:ext cx="3294262" cy="1386739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BAD3415-FE8A-7CA8-8329-C5A53E7F836B}"/>
              </a:ext>
            </a:extLst>
          </p:cNvPr>
          <p:cNvCxnSpPr>
            <a:cxnSpLocks/>
          </p:cNvCxnSpPr>
          <p:nvPr/>
        </p:nvCxnSpPr>
        <p:spPr>
          <a:xfrm flipV="1">
            <a:off x="2500976" y="1604742"/>
            <a:ext cx="1041567" cy="113088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2459CF-B03E-38EC-F444-EAAB8AE84A67}"/>
              </a:ext>
            </a:extLst>
          </p:cNvPr>
          <p:cNvSpPr/>
          <p:nvPr/>
        </p:nvSpPr>
        <p:spPr>
          <a:xfrm>
            <a:off x="1090013" y="4251052"/>
            <a:ext cx="2888535" cy="559348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C0DCBE-A418-508E-A413-EB25666493D5}"/>
              </a:ext>
            </a:extLst>
          </p:cNvPr>
          <p:cNvSpPr/>
          <p:nvPr/>
        </p:nvSpPr>
        <p:spPr>
          <a:xfrm>
            <a:off x="4481166" y="2735630"/>
            <a:ext cx="4154161" cy="2120985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8341C0-F0D6-6DFD-2192-73461325A4CA}"/>
              </a:ext>
            </a:extLst>
          </p:cNvPr>
          <p:cNvSpPr txBox="1"/>
          <p:nvPr/>
        </p:nvSpPr>
        <p:spPr>
          <a:xfrm>
            <a:off x="3533459" y="632157"/>
            <a:ext cx="6049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문구 변경 </a:t>
            </a:r>
            <a:r>
              <a:rPr lang="en-US" altLang="ko-KR" dirty="0"/>
              <a:t>:</a:t>
            </a:r>
          </a:p>
          <a:p>
            <a:r>
              <a:rPr lang="ko-KR" altLang="en-US" dirty="0" err="1"/>
              <a:t>스타트업부터</a:t>
            </a:r>
            <a:r>
              <a:rPr lang="ko-KR" altLang="en-US" dirty="0"/>
              <a:t> 대기업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세일즈부터 컨퍼런스 발표까지</a:t>
            </a:r>
            <a:endParaRPr lang="en-US" altLang="ko-KR" dirty="0"/>
          </a:p>
          <a:p>
            <a:r>
              <a:rPr lang="ko-KR" altLang="en-US" dirty="0"/>
              <a:t>다양한 프로젝트를 수행했습니다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B395489-038B-3D9E-3137-52F1890C69A3}"/>
              </a:ext>
            </a:extLst>
          </p:cNvPr>
          <p:cNvCxnSpPr>
            <a:cxnSpLocks/>
          </p:cNvCxnSpPr>
          <p:nvPr/>
        </p:nvCxnSpPr>
        <p:spPr>
          <a:xfrm flipV="1">
            <a:off x="8635327" y="2735630"/>
            <a:ext cx="829621" cy="63130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660062A-311E-07FA-B9D1-2B7E5C2ADBA2}"/>
              </a:ext>
            </a:extLst>
          </p:cNvPr>
          <p:cNvSpPr txBox="1"/>
          <p:nvPr/>
        </p:nvSpPr>
        <p:spPr>
          <a:xfrm>
            <a:off x="9295837" y="2503460"/>
            <a:ext cx="29672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아래 위로 나누어서 </a:t>
            </a:r>
            <a:endParaRPr lang="en-US" altLang="ko-KR" sz="1200" dirty="0"/>
          </a:p>
          <a:p>
            <a:r>
              <a:rPr lang="ko-KR" altLang="en-US" sz="1200" dirty="0"/>
              <a:t>상단에는 대기업 명들 기존에 있던 거에</a:t>
            </a:r>
            <a:r>
              <a:rPr lang="en-US" altLang="ko-KR" sz="1200" dirty="0"/>
              <a:t>, </a:t>
            </a:r>
            <a:r>
              <a:rPr lang="ko-KR" altLang="en-US" sz="1200" dirty="0"/>
              <a:t>창업진흥원</a:t>
            </a:r>
            <a:r>
              <a:rPr lang="en-US" altLang="ko-KR" sz="1200" dirty="0"/>
              <a:t>, </a:t>
            </a:r>
            <a:r>
              <a:rPr lang="ko-KR" altLang="en-US" sz="1200" dirty="0"/>
              <a:t>아모레퍼시픽도 넣어줘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하단에는 프로젝트 종류 </a:t>
            </a:r>
            <a:r>
              <a:rPr lang="ko-KR" altLang="en-US" sz="1200" dirty="0" err="1"/>
              <a:t>나열하는게</a:t>
            </a:r>
            <a:r>
              <a:rPr lang="ko-KR" altLang="en-US" sz="1200" dirty="0"/>
              <a:t> 나을 것 같아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프로젝트 </a:t>
            </a:r>
            <a:r>
              <a:rPr lang="en-US" altLang="ko-KR" sz="1200" dirty="0"/>
              <a:t>: </a:t>
            </a:r>
          </a:p>
          <a:p>
            <a:r>
              <a:rPr lang="ko-KR" altLang="en-US" sz="1200" dirty="0"/>
              <a:t>개발자 컨퍼런스 발표 설계 및 코칭</a:t>
            </a:r>
            <a:endParaRPr lang="en-US" altLang="ko-KR" sz="1200" dirty="0"/>
          </a:p>
          <a:p>
            <a:r>
              <a:rPr lang="ko-KR" altLang="en-US" sz="1200" dirty="0"/>
              <a:t>승진후보자 프레젠테이션 워크숍 및 코칭 </a:t>
            </a:r>
            <a:endParaRPr lang="en-US" altLang="ko-KR" sz="1200" dirty="0"/>
          </a:p>
          <a:p>
            <a:r>
              <a:rPr lang="ko-KR" altLang="en-US" sz="1200" dirty="0"/>
              <a:t>전국 사업 설명회 전략 개발 및 제작</a:t>
            </a:r>
            <a:r>
              <a:rPr lang="en-US" altLang="ko-KR" sz="1200" dirty="0"/>
              <a:t>, </a:t>
            </a:r>
            <a:r>
              <a:rPr lang="ko-KR" altLang="en-US" sz="1200" dirty="0"/>
              <a:t>코칭</a:t>
            </a:r>
            <a:endParaRPr lang="en-US" altLang="ko-KR" sz="1200" dirty="0"/>
          </a:p>
          <a:p>
            <a:r>
              <a:rPr lang="en-US" altLang="ko-KR" sz="1200" dirty="0"/>
              <a:t>IR </a:t>
            </a:r>
            <a:r>
              <a:rPr lang="ko-KR" altLang="en-US" sz="1200" dirty="0"/>
              <a:t>피칭 전략 개발 및 코칭</a:t>
            </a:r>
            <a:endParaRPr lang="en-US" altLang="ko-KR" sz="1200" dirty="0"/>
          </a:p>
          <a:p>
            <a:r>
              <a:rPr lang="en-US" altLang="ko-KR" sz="1200" dirty="0"/>
              <a:t>K-</a:t>
            </a:r>
            <a:r>
              <a:rPr lang="ko-KR" altLang="en-US" sz="1200" dirty="0" err="1"/>
              <a:t>도전스타트업</a:t>
            </a:r>
            <a:r>
              <a:rPr lang="ko-KR" altLang="en-US" sz="1200" dirty="0"/>
              <a:t> 발표 전략 및 코칭</a:t>
            </a:r>
            <a:endParaRPr lang="en-US" altLang="ko-KR" sz="1200" dirty="0"/>
          </a:p>
          <a:p>
            <a:r>
              <a:rPr lang="ko-KR" altLang="en-US" sz="1200" dirty="0"/>
              <a:t>입찰 제안 프레젠테이션 전략 개발 및 자료 제작</a:t>
            </a:r>
            <a:r>
              <a:rPr lang="en-US" altLang="ko-KR" sz="1200" dirty="0"/>
              <a:t>, </a:t>
            </a:r>
            <a:r>
              <a:rPr lang="ko-KR" altLang="en-US" sz="1200" dirty="0"/>
              <a:t>발표 코칭</a:t>
            </a:r>
            <a:endParaRPr lang="en-US" altLang="ko-KR" sz="1200" dirty="0"/>
          </a:p>
          <a:p>
            <a:r>
              <a:rPr lang="ko-KR" altLang="en-US" sz="1200" dirty="0"/>
              <a:t>기술 프레젠테이션 </a:t>
            </a:r>
            <a:r>
              <a:rPr lang="ko-KR" altLang="en-US" sz="1200" dirty="0" err="1"/>
              <a:t>스킬업</a:t>
            </a:r>
            <a:r>
              <a:rPr lang="ko-KR" altLang="en-US" sz="1200" dirty="0"/>
              <a:t> 워크숍 외 다수 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프로젝트 성격과 범위는 상담 단계에서 필요한만큼 안내합니다</a:t>
            </a:r>
            <a:r>
              <a:rPr lang="en-US" altLang="ko-KR" sz="1200" dirty="0"/>
              <a:t>. 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1AB4DDC-663C-9B8D-1E26-64386866B8B7}"/>
              </a:ext>
            </a:extLst>
          </p:cNvPr>
          <p:cNvCxnSpPr/>
          <p:nvPr/>
        </p:nvCxnSpPr>
        <p:spPr>
          <a:xfrm>
            <a:off x="2446474" y="4856615"/>
            <a:ext cx="1380684" cy="102340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DFA61C8-F661-06D9-D62D-0A74C3E73DF5}"/>
              </a:ext>
            </a:extLst>
          </p:cNvPr>
          <p:cNvSpPr txBox="1"/>
          <p:nvPr/>
        </p:nvSpPr>
        <p:spPr>
          <a:xfrm>
            <a:off x="3917992" y="5716514"/>
            <a:ext cx="1744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오른쪽 상단으로 배치를 바꿈</a:t>
            </a:r>
          </a:p>
        </p:txBody>
      </p:sp>
    </p:spTree>
    <p:extLst>
      <p:ext uri="{BB962C8B-B14F-4D97-AF65-F5344CB8AC3E}">
        <p14:creationId xmlns:p14="http://schemas.microsoft.com/office/powerpoint/2010/main" val="265036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FA868DB-9C7F-D81F-EB0F-48156F5D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331" y="1396623"/>
            <a:ext cx="9391338" cy="450508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28F7CAB-A3F6-6F17-1037-F1955C637D6E}"/>
              </a:ext>
            </a:extLst>
          </p:cNvPr>
          <p:cNvSpPr/>
          <p:nvPr/>
        </p:nvSpPr>
        <p:spPr>
          <a:xfrm>
            <a:off x="1762188" y="2125526"/>
            <a:ext cx="3397208" cy="1417017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944018-4D99-99B4-A806-1DA1F1E50B83}"/>
              </a:ext>
            </a:extLst>
          </p:cNvPr>
          <p:cNvSpPr/>
          <p:nvPr/>
        </p:nvSpPr>
        <p:spPr>
          <a:xfrm>
            <a:off x="1762188" y="3627322"/>
            <a:ext cx="3494098" cy="478395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8AF225-181A-309E-F4F7-01C4E52DF482}"/>
              </a:ext>
            </a:extLst>
          </p:cNvPr>
          <p:cNvSpPr/>
          <p:nvPr/>
        </p:nvSpPr>
        <p:spPr>
          <a:xfrm>
            <a:off x="1719799" y="4226829"/>
            <a:ext cx="2034691" cy="478395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3C49F8-AE3E-D186-1033-C39BD14E04C9}"/>
              </a:ext>
            </a:extLst>
          </p:cNvPr>
          <p:cNvSpPr/>
          <p:nvPr/>
        </p:nvSpPr>
        <p:spPr>
          <a:xfrm>
            <a:off x="5607781" y="1877245"/>
            <a:ext cx="4384007" cy="3730268"/>
          </a:xfrm>
          <a:prstGeom prst="rect">
            <a:avLst/>
          </a:prstGeom>
          <a:solidFill>
            <a:schemeClr val="tx1">
              <a:alpha val="50000"/>
            </a:scheme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64BDDFE-43AA-F6D0-C194-A5CE49EF87E6}"/>
              </a:ext>
            </a:extLst>
          </p:cNvPr>
          <p:cNvCxnSpPr/>
          <p:nvPr/>
        </p:nvCxnSpPr>
        <p:spPr>
          <a:xfrm flipV="1">
            <a:off x="6322077" y="1120291"/>
            <a:ext cx="490506" cy="7569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1F61BEA-89CB-797A-2C7F-F2636478CC29}"/>
              </a:ext>
            </a:extLst>
          </p:cNvPr>
          <p:cNvSpPr txBox="1"/>
          <p:nvPr/>
        </p:nvSpPr>
        <p:spPr>
          <a:xfrm>
            <a:off x="6879195" y="902289"/>
            <a:ext cx="38392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연락처 </a:t>
            </a:r>
            <a:r>
              <a:rPr lang="en-US" altLang="ko-KR" dirty="0"/>
              <a:t>(</a:t>
            </a:r>
            <a:r>
              <a:rPr lang="ko-KR" altLang="en-US" dirty="0"/>
              <a:t>핸드폰</a:t>
            </a:r>
            <a:r>
              <a:rPr lang="en-US" altLang="ko-KR" dirty="0"/>
              <a:t>) </a:t>
            </a:r>
            <a:r>
              <a:rPr lang="ko-KR" altLang="en-US" dirty="0"/>
              <a:t>부분이 들어가야 연락이 수월할 거 같은데</a:t>
            </a:r>
            <a:r>
              <a:rPr lang="en-US" altLang="ko-KR" dirty="0"/>
              <a:t>? 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BFF4EC1-6320-3799-778D-2BEC6A8EE39D}"/>
              </a:ext>
            </a:extLst>
          </p:cNvPr>
          <p:cNvCxnSpPr>
            <a:stCxn id="9" idx="2"/>
          </p:cNvCxnSpPr>
          <p:nvPr/>
        </p:nvCxnSpPr>
        <p:spPr>
          <a:xfrm>
            <a:off x="2737145" y="4705224"/>
            <a:ext cx="169557" cy="54500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7C56B7-92ED-5C6D-AC5D-9C14394797F5}"/>
              </a:ext>
            </a:extLst>
          </p:cNvPr>
          <p:cNvSpPr txBox="1"/>
          <p:nvPr/>
        </p:nvSpPr>
        <p:spPr>
          <a:xfrm>
            <a:off x="2264671" y="5311577"/>
            <a:ext cx="31189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여기에 내 번호도 추가해야 할 것 같은데 </a:t>
            </a:r>
            <a:endParaRPr lang="en-US" altLang="ko-KR" sz="1200" dirty="0"/>
          </a:p>
          <a:p>
            <a:r>
              <a:rPr lang="en-US" altLang="ko-KR" sz="1200" dirty="0"/>
              <a:t>010-3630-7749</a:t>
            </a:r>
            <a:endParaRPr lang="ko-KR" altLang="en-US" sz="12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1D8F599-D7AD-1A3F-DAD7-EA2699BC54CF}"/>
              </a:ext>
            </a:extLst>
          </p:cNvPr>
          <p:cNvCxnSpPr>
            <a:cxnSpLocks/>
          </p:cNvCxnSpPr>
          <p:nvPr/>
        </p:nvCxnSpPr>
        <p:spPr>
          <a:xfrm flipV="1">
            <a:off x="4435813" y="1257170"/>
            <a:ext cx="481358" cy="87886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27C4B09-7C46-1A78-7C48-3478EF45A967}"/>
              </a:ext>
            </a:extLst>
          </p:cNvPr>
          <p:cNvSpPr txBox="1"/>
          <p:nvPr/>
        </p:nvSpPr>
        <p:spPr>
          <a:xfrm>
            <a:off x="4123883" y="426173"/>
            <a:ext cx="3596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줄 바꿈과 문장 어색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중요한 발표를 준비중이라면</a:t>
            </a:r>
            <a:endParaRPr lang="en-US" altLang="ko-KR" sz="1200" dirty="0"/>
          </a:p>
          <a:p>
            <a:r>
              <a:rPr lang="ko-KR" altLang="en-US" sz="1200" dirty="0"/>
              <a:t>구조부터 점검해보세요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E462DD2-546E-3456-917A-F9B4B145689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878066" y="1658241"/>
            <a:ext cx="884122" cy="220827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B828D5C-2397-FAE5-87B7-CFA6554FDC59}"/>
              </a:ext>
            </a:extLst>
          </p:cNvPr>
          <p:cNvSpPr txBox="1"/>
          <p:nvPr/>
        </p:nvSpPr>
        <p:spPr>
          <a:xfrm>
            <a:off x="460764" y="780124"/>
            <a:ext cx="35965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줄 바꿈과 문장 어색</a:t>
            </a:r>
            <a:endParaRPr lang="en-US" altLang="ko-KR" sz="1050" dirty="0"/>
          </a:p>
          <a:p>
            <a:endParaRPr lang="en-US" altLang="ko-KR" sz="1050" dirty="0"/>
          </a:p>
          <a:p>
            <a:r>
              <a:rPr lang="ko-KR" altLang="en-US" sz="1050" dirty="0"/>
              <a:t>발표 일정</a:t>
            </a:r>
            <a:r>
              <a:rPr lang="en-US" altLang="ko-KR" sz="1050" dirty="0"/>
              <a:t>, </a:t>
            </a:r>
            <a:r>
              <a:rPr lang="ko-KR" altLang="en-US" sz="1050" dirty="0"/>
              <a:t>발표 유형</a:t>
            </a:r>
            <a:r>
              <a:rPr lang="en-US" altLang="ko-KR" sz="1050" dirty="0"/>
              <a:t>, </a:t>
            </a:r>
            <a:r>
              <a:rPr lang="ko-KR" altLang="en-US" sz="1050" dirty="0"/>
              <a:t>현재 준비 상태를 남겨주세요</a:t>
            </a:r>
            <a:r>
              <a:rPr lang="en-US" altLang="ko-KR" sz="1050" dirty="0"/>
              <a:t>. </a:t>
            </a:r>
          </a:p>
          <a:p>
            <a:r>
              <a:rPr lang="ko-KR" altLang="en-US" sz="1050" dirty="0"/>
              <a:t>꼼꼼하게 확인 후 필요한 범위와 진행 방식을 안내합니다</a:t>
            </a:r>
          </a:p>
        </p:txBody>
      </p:sp>
    </p:spTree>
    <p:extLst>
      <p:ext uri="{BB962C8B-B14F-4D97-AF65-F5344CB8AC3E}">
        <p14:creationId xmlns:p14="http://schemas.microsoft.com/office/powerpoint/2010/main" val="1146917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alpha val="50000"/>
          </a:schemeClr>
        </a:solidFill>
        <a:ln w="5715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C00000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305</Words>
  <Application>Microsoft Office PowerPoint</Application>
  <PresentationFormat>와이드스크린</PresentationFormat>
  <Paragraphs>70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imhere111@naver.com</dc:creator>
  <cp:lastModifiedBy>imhere111@naver.com</cp:lastModifiedBy>
  <cp:revision>12</cp:revision>
  <dcterms:created xsi:type="dcterms:W3CDTF">2026-06-08T02:44:59Z</dcterms:created>
  <dcterms:modified xsi:type="dcterms:W3CDTF">2026-06-08T03:30:47Z</dcterms:modified>
</cp:coreProperties>
</file>